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Escalation contact: Jerry Dunn (+91 90094 35578)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Falcon - Kick-off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</a:t>
            </a:r>
          </a:p>
          <a:p>
            <a:pPr>
              <a:defRPr sz="1600"/>
            </a:pPr>
            <a:r>
              <a:t>Jerry Dunn - jerry.38@yahoo.com - +91 90094 35578</a:t>
            </a:r>
          </a:p>
          <a:p>
            <a:pPr>
              <a:defRPr sz="1600"/>
            </a:pPr>
            <a:r>
              <a:t>Fitan Goda - fitan.39@gmail.com - +91 85403 35782</a:t>
            </a:r>
          </a:p>
          <a:p>
            <a:pPr>
              <a:defRPr sz="1600"/>
            </a:pPr>
            <a:r>
              <a:t>Baghyawati Agrawal - baghyawati.30@yahoo.com - +91 75570 26651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Employee ID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Jerry Dunn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EMP23389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Fitan Goda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EMP21130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Baghyawati Agrawal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EMP37661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